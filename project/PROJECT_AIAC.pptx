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4097-7D85-E8F9-53B5-72F5C632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943898"/>
            <a:ext cx="8574622" cy="96356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CLASSROOM ISSUE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F908E-7C51-709D-88F7-D4490AF42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58" y="2772698"/>
            <a:ext cx="4817806" cy="2612104"/>
          </a:xfrm>
        </p:spPr>
        <p:txBody>
          <a:bodyPr/>
          <a:lstStyle/>
          <a:p>
            <a:r>
              <a:rPr lang="en-IN" dirty="0"/>
              <a:t>Team members:                  .                       </a:t>
            </a:r>
          </a:p>
          <a:p>
            <a:r>
              <a:rPr lang="en-IN" dirty="0"/>
              <a:t>Name                            Roll number</a:t>
            </a:r>
          </a:p>
          <a:p>
            <a:r>
              <a:rPr lang="en-IN" dirty="0"/>
              <a:t>V. Shari </a:t>
            </a:r>
            <a:r>
              <a:rPr lang="en-IN" dirty="0" err="1"/>
              <a:t>Punnisa</a:t>
            </a:r>
            <a:r>
              <a:rPr lang="en-IN" dirty="0"/>
              <a:t>                  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2403A51038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R. Maneesha                      2403A51040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S. Mani Chandana              2403A51043</a:t>
            </a:r>
          </a:p>
        </p:txBody>
      </p:sp>
    </p:spTree>
    <p:extLst>
      <p:ext uri="{BB962C8B-B14F-4D97-AF65-F5344CB8AC3E}">
        <p14:creationId xmlns:p14="http://schemas.microsoft.com/office/powerpoint/2010/main" val="122806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A0C2-1165-47DF-15C7-293362D9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652" y="491613"/>
            <a:ext cx="2635045" cy="80624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OBJECTIVES</a:t>
            </a:r>
            <a:r>
              <a:rPr lang="en-IN" sz="24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38A5F-2F1F-6E52-8BDA-DCDF98BDD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17755"/>
            <a:ext cx="10018713" cy="50734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000" dirty="0">
                <a:latin typeface="Bodoni MT" panose="02070603080606020203" pitchFamily="18" charset="0"/>
              </a:rPr>
              <a:t>Students and faculty can easily report classroom issues without paperwork.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All reported problems are collected in one place for easy tracking.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Everyone can view the status of reported issues, ensuring transparency.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Administrators get a dashboard to manage, assign, and update issues.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Problems reach the right staff quickly for faster resolution.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The system generates insights to help prioritize long-term fixes.</a:t>
            </a:r>
          </a:p>
          <a:p>
            <a:r>
              <a:rPr lang="en-US" sz="2000" dirty="0">
                <a:latin typeface="Bodoni MT" panose="02070603080606020203" pitchFamily="18" charset="0"/>
              </a:rPr>
              <a:t>The interface is simple and accessible for all users.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65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A024-3E99-E365-EF62-1919448E1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550606"/>
            <a:ext cx="4002088" cy="806245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ell MT" panose="02020503060305020303" pitchFamily="18" charset="0"/>
              </a:rPr>
              <a:t>STAKEHOLDERS: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459F9-85E2-011D-450C-4071B63C0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968" y="1356851"/>
            <a:ext cx="9684055" cy="407055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Students report classroom issues like AC or projector problems.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Faculty report teaching-related issues and monitor classroom conditions.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Administrators manage reports, assign tasks, and track issue resolution.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Maintenance staff fix reported problems and update their status.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University management reviews reports and uses data for planning.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IT support maintains the system and ensures technical reliability.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459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71633-8FD7-2FDA-4A9B-D0C49B5F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67148"/>
            <a:ext cx="9478657" cy="806247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Arial Rounded MT Bold" panose="020F0704030504030204" pitchFamily="34" charset="0"/>
              </a:rPr>
              <a:t>PROGRAMMING LANGUAGES , TOOLS , AND SOFTWARE: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23C2-55B9-E78B-D1CC-4CBB24AE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955" y="1474839"/>
            <a:ext cx="9566068" cy="431636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lgerian" panose="04020705040A02060702" pitchFamily="82" charset="0"/>
              </a:rPr>
              <a:t>Programming Languages: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</a:p>
          <a:p>
            <a:pPr marL="0" indent="0">
              <a:buNone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000" dirty="0">
                <a:latin typeface="Algerian" panose="04020705040A02060702" pitchFamily="82" charset="0"/>
              </a:rPr>
              <a:t>Tools: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Local Storage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dirty="0" err="1">
                <a:latin typeface="Arial Rounded MT Bold" panose="020F0704030504030204" pitchFamily="34" charset="0"/>
                <a:cs typeface="Arial" panose="020B0604020202020204" pitchFamily="34" charset="0"/>
              </a:rPr>
              <a:t>Chatgpt</a:t>
            </a:r>
            <a:endParaRPr lang="en-US" sz="1500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Text Editor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lgerian" panose="04020705040A02060702" pitchFamily="82" charset="0"/>
              </a:rPr>
              <a:t>Software Required: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Web Browser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dirty="0">
                <a:latin typeface="Arial Rounded MT Bold" panose="020F0704030504030204" pitchFamily="34" charset="0"/>
                <a:cs typeface="Arial" panose="020B0604020202020204" pitchFamily="34" charset="0"/>
              </a:rPr>
              <a:t>VS Code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No server or database installation needed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b="1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9035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8936-4EA4-8024-E0DC-BBF9E091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76981"/>
            <a:ext cx="9891611" cy="81607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opperplate Gothic Bold" panose="020E0705020206020404" pitchFamily="34" charset="0"/>
              </a:rPr>
              <a:t>FRONT-END VIEW OF YOUR WEB/MOBILE APPLICATION: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70CE43-C3B9-D0A7-B541-C288FA871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4710" y="1966452"/>
            <a:ext cx="7590503" cy="38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FC68E-7555-D279-A1D4-93467BDE3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8808FF-DC62-CCE5-71C4-81A83B715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9575" y="1307690"/>
            <a:ext cx="8416412" cy="448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8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BE2D-60F0-8F28-831E-BB5957D9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1A0D5-6E43-3A73-20BF-5AAA42C7E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2E88C-B75D-3DE1-B204-2C4D7928B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6" y="884902"/>
            <a:ext cx="9311149" cy="501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76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C193-06D1-1293-1B2E-6CEDD915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274142"/>
            <a:ext cx="10018713" cy="2084439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FE429A-D9DE-D971-E327-EE20D5567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1" y="2900516"/>
            <a:ext cx="10088258" cy="3342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AC62A9-3FCB-95E1-F514-869BD96B8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1" y="993279"/>
            <a:ext cx="9645445" cy="1395961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D50809F8-B7FC-FA77-2B32-A965127C4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84312" y="2521755"/>
            <a:ext cx="10018712" cy="334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55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2123-9D06-1A0B-5959-97A835DF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99B7FB-0A02-92C2-3B62-4612427FB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954" y="1229032"/>
            <a:ext cx="9026013" cy="456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82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4270-959F-461E-F408-7061E098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br>
              <a:rPr lang="en-IN" dirty="0"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br>
              <a:rPr lang="en-IN" dirty="0"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br>
              <a:rPr lang="en-IN" dirty="0"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br>
              <a:rPr lang="en-IN" dirty="0"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br>
              <a:rPr lang="en-IN" dirty="0"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r>
              <a:rPr lang="en-IN" sz="4900" dirty="0">
                <a:latin typeface="Mongolian Baiti" panose="03000500000000000000" pitchFamily="66" charset="0"/>
                <a:cs typeface="Mongolian Baiti" panose="03000500000000000000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08316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156</TotalTime>
  <Words>222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Algerian</vt:lpstr>
      <vt:lpstr>Arial</vt:lpstr>
      <vt:lpstr>Arial Black</vt:lpstr>
      <vt:lpstr>Arial Rounded MT Bold</vt:lpstr>
      <vt:lpstr>Bell MT</vt:lpstr>
      <vt:lpstr>Bodoni MT</vt:lpstr>
      <vt:lpstr>Cambria Math</vt:lpstr>
      <vt:lpstr>Copperplate Gothic Bold</vt:lpstr>
      <vt:lpstr>Corbel</vt:lpstr>
      <vt:lpstr>Mongolian Baiti</vt:lpstr>
      <vt:lpstr>Wingdings</vt:lpstr>
      <vt:lpstr>Parallax</vt:lpstr>
      <vt:lpstr>CLASSROOM ISSUE TRACKER</vt:lpstr>
      <vt:lpstr>OBJECTIVES:</vt:lpstr>
      <vt:lpstr>STAKEHOLDERS:</vt:lpstr>
      <vt:lpstr>PROGRAMMING LANGUAGES , TOOLS , AND SOFTWARE:</vt:lpstr>
      <vt:lpstr>FRONT-END VIEW OF YOUR WEB/MOBILE APPLICATION:</vt:lpstr>
      <vt:lpstr>.</vt:lpstr>
      <vt:lpstr>.</vt:lpstr>
      <vt:lpstr>PowerPoint Presentation</vt:lpstr>
      <vt:lpstr>.</vt:lpstr>
      <vt:lpstr>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SHARI VUNNAM</dc:creator>
  <cp:lastModifiedBy>Mani Chandana</cp:lastModifiedBy>
  <cp:revision>2</cp:revision>
  <dcterms:created xsi:type="dcterms:W3CDTF">2025-10-08T15:46:06Z</dcterms:created>
  <dcterms:modified xsi:type="dcterms:W3CDTF">2025-11-11T11:22:22Z</dcterms:modified>
</cp:coreProperties>
</file>